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5"/>
  </p:sldMasterIdLst>
  <p:sldIdLst>
    <p:sldId id="256" r:id="rId1"/>
    <p:sldId id="257" r:id="rId2"/>
    <p:sldId id="258" r:id="rId3"/>
    <p:sldId id="259" r:id="rId4"/>
  </p:sldIdLst>
  <p:sldSz cx="12192000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600000" y="400000"/>
            <a:ext cx="109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/>
              <a:t>Local Agent Builder</a:t>
            </a:r>
          </a:p>
        </p:txBody>
      </p:sp>
      <p:sp>
        <p:nvSpPr>
          <p:cNvPr id="3" name="Body 1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Actual output run</a:t>
            </a:r>
          </a:p>
          <a:p>
            <a:r>
              <a:t>Repo-constrained artifacts</a:t>
            </a:r>
          </a:p>
          <a:p>
            <a:r>
              <a:t>No downloads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600000" y="400000"/>
            <a:ext cx="109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/>
              <a:t>What Changed</a:t>
            </a:r>
          </a:p>
        </p:txBody>
      </p:sp>
      <p:sp>
        <p:nvSpPr>
          <p:cNvPr id="3" name="Body 2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Agents emit docx, pptx, xlsx, html, json, and markdown</a:t>
            </a:r>
          </a:p>
          <a:p>
            <a:r>
              <a:t>Artifacts are validated for macros and external relationships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3"/>
          <p:cNvSpPr txBox="1"/>
          <p:nvPr/>
        </p:nvSpPr>
        <p:spPr>
          <a:xfrm>
            <a:off x="600000" y="400000"/>
            <a:ext cx="109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/>
              <a:t>Domain Learning</a:t>
            </a:r>
          </a:p>
        </p:txBody>
      </p:sp>
      <p:sp>
        <p:nvSpPr>
          <p:cNvPr id="3" name="Body 3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Scenario results feed a learning ledger</a:t>
            </a:r>
          </a:p>
          <a:p>
            <a:r>
              <a:t>Accepted lessons require rollback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4"/>
          <p:cNvSpPr txBox="1"/>
          <p:nvPr/>
        </p:nvSpPr>
        <p:spPr>
          <a:xfrm>
            <a:off x="600000" y="400000"/>
            <a:ext cx="109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/>
              <a:t>Security Boundary</a:t>
            </a:r>
          </a:p>
        </p:txBody>
      </p:sp>
      <p:sp>
        <p:nvSpPr>
          <p:cNvPr id="3" name="Body 4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Writes stay under agent-outputs</a:t>
            </a:r>
          </a:p>
          <a:p>
            <a:r>
              <a:t>No executable outputs</a:t>
            </a:r>
          </a:p>
          <a:p>
            <a:r>
              <a:t>No external package downloads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 Builder">
  <a:themeElements>
    <a:clrScheme name="Agent">
      <a:dk1>
        <a:srgbClr val="111827"/>
      </a:dk1>
      <a:lt1>
        <a:srgbClr val="FFFFFF"/>
      </a:lt1>
      <a:dk2>
        <a:srgbClr val="374151"/>
      </a:dk2>
      <a:lt2>
        <a:srgbClr val="F8FAFC"/>
      </a:lt2>
      <a:accent1>
        <a:srgbClr val="2563EB"/>
      </a:accent1>
      <a:accent2>
        <a:srgbClr val="16A34A"/>
      </a:accent2>
      <a:accent3>
        <a:srgbClr val="F59E0B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Agent">
      <a:majorFont>
        <a:latin typeface="Arial"/>
      </a:majorFont>
      <a:minorFont>
        <a:latin typeface="Arial"/>
      </a:minorFont>
    </a:fontScheme>
    <a:fmtScheme name="Agent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Agent Builder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Local Agent Builder Board Update</dc:title>
  <dc:creator>Agent Builder</dc:creator>
  <cp:lastModifiedBy>Agent Builder</cp:lastModifiedBy>
  <dcterms:created xsi:type="dcterms:W3CDTF">2026-04-27T00:00:00Z</dcterms:created>
  <dcterms:modified xsi:type="dcterms:W3CDTF">2026-04-27T00:00:00Z</dcterms:modified>
</cp:coreProperties>
</file>