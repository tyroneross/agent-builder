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multi-agent systems fail through bad verification and poor inter-agent communication.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658368" y="373075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3694176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Chief of Staff agent can coordinate specialist agents if it owns acceptance criteria and final verification.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2026-04-27T14:41:36Z</dcterms:created>
  <dcterms:modified xsi:type="dcterms:W3CDTF">2026-04-27T14:41:36Z</dcterms:modified>
</cp:coreProperties>
</file>