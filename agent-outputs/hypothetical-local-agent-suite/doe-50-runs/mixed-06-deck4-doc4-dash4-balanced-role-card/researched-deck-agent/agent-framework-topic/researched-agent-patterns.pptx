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Researched Agent Patterns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Source-backed claims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labels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Actionable design implications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Narrow tool surfaces reduce local-model failure risk.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lessons should require evaluation before promotion.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multi-agent systems fail through bad verification and poor inter-agent communication.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Inferred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models should use shorter loops and stronger termination criteria than frontier cloud models.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Needs Review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models should use shorter loops and stronger termination criteria than frontier cloud models.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658368" y="373075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3694176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Chief of Staff agent can coordinate specialist agents if it owns acceptance criteria and final verification.</a:t>
            </a:r>
            <a:endParaRPr lang="en-US" sz="1620" dirty="0"/>
          </a:p>
        </p:txBody>
      </p:sp>
      <p:sp>
        <p:nvSpPr>
          <p:cNvPr id="12" name="Shape 10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Researched Agent Patterns</dc:title>
  <dc:subject>Researched Agent Patterns</dc:subject>
  <dc:creator>Agent Builder</dc:creator>
  <cp:lastModifiedBy>Agent Builder</cp:lastModifiedBy>
  <cp:revision>1</cp:revision>
  <dcterms:created xsi:type="dcterms:W3CDTF">2026-04-27T14:41:37Z</dcterms:created>
  <dcterms:modified xsi:type="dcterms:W3CDTF">2026-04-27T14:41:37Z</dcterms:modified>
</cp:coreProperties>
</file>