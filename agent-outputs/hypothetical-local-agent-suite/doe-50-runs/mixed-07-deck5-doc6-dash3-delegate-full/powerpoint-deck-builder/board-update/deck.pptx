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T_BUILDER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6355080"/>
            <a:ext cx="1120140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6428232"/>
            <a:ext cx="43891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64748B"/>
                </a:solidFill>
              </a:rPr>
              <a:t>Agent Builder local artifact run</a:t>
            </a:r>
            <a:endParaRPr lang="en-US" sz="7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58368" y="914400"/>
            <a:ext cx="109728" cy="4434840"/>
          </a:xfrm>
          <a:prstGeom prst="rect">
            <a:avLst/>
          </a:prstGeom>
          <a:solidFill>
            <a:srgbClr val="38BDF8"/>
          </a:solidFill>
          <a:ln w="12700">
            <a:solidFill>
              <a:srgbClr val="38BDF8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932688"/>
            <a:ext cx="99669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4400" b="1" dirty="0">
                <a:solidFill>
                  <a:srgbClr val="F9FAF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Local Agent Builder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987552" y="2450592"/>
            <a:ext cx="8686800" cy="14630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output run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Repo-constrained artifacts</a:t>
            </a:r>
            <a:endParaRPr lang="en-US" sz="2000" dirty="0"/>
          </a:p>
          <a:p>
            <a:pPr indent="0" marL="0">
              <a:buNone/>
            </a:pPr>
            <a:r>
              <a:rPr lang="en-US" sz="2000" dirty="0">
                <a:solidFill>
                  <a:srgbClr val="E5E7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downloads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513892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3C5F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Repo constrained | local models | real files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Changed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Agents emit docx, pptx, xlsx, html, json, and markdown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Artifacts are validated for macros and external relationships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01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Domain Learning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Scenario results feed a learning ledger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Accepted lessons require rollback rules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02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Security Boundary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Writes stay under agent-outputs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658368" y="2231136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6A34A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15568" y="2194560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executable outputs</a:t>
            </a:r>
            <a:endParaRPr lang="en-US" sz="1620" dirty="0"/>
          </a:p>
        </p:txBody>
      </p:sp>
      <p:sp>
        <p:nvSpPr>
          <p:cNvPr id="8" name="Shape 6"/>
          <p:cNvSpPr/>
          <p:nvPr/>
        </p:nvSpPr>
        <p:spPr>
          <a:xfrm>
            <a:off x="658368" y="2980944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15568" y="2944368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external package downloads</a:t>
            </a:r>
            <a:endParaRPr lang="en-US" sz="1620" dirty="0"/>
          </a:p>
        </p:txBody>
      </p:sp>
      <p:sp>
        <p:nvSpPr>
          <p:cNvPr id="10" name="Shape 8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03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94360" y="566928"/>
            <a:ext cx="106984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600" b="1" dirty="0">
                <a:solidFill>
                  <a:srgbClr val="111827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Model Experiment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58368" y="1481328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2563E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115568" y="1444752"/>
            <a:ext cx="9829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20" dirty="0">
                <a:solidFill>
                  <a:srgbClr val="37415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calls skipped for deterministic test run</a:t>
            </a:r>
            <a:endParaRPr lang="en-US" sz="1620" dirty="0"/>
          </a:p>
        </p:txBody>
      </p:sp>
      <p:sp>
        <p:nvSpPr>
          <p:cNvPr id="6" name="Shape 4"/>
          <p:cNvSpPr/>
          <p:nvPr/>
        </p:nvSpPr>
        <p:spPr>
          <a:xfrm>
            <a:off x="9006840" y="5074920"/>
            <a:ext cx="2331720" cy="493776"/>
          </a:xfrm>
          <a:prstGeom prst="rect">
            <a:avLst/>
          </a:prstGeom>
          <a:solidFill>
            <a:srgbClr val="ECFEFF"/>
          </a:solidFill>
          <a:ln w="12700">
            <a:solidFill>
              <a:srgbClr val="BAE6F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217152" y="5230368"/>
            <a:ext cx="192024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369A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04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Agent Builder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Local Agent Builder Board Update</dc:title>
  <dc:subject>Local Agent Builder Board Update</dc:subject>
  <dc:creator>Agent Builder</dc:creator>
  <cp:lastModifiedBy>Agent Builder</cp:lastModifiedBy>
  <cp:revision>1</cp:revision>
  <dcterms:created xsi:type="dcterms:W3CDTF">2026-04-27T14:41:37Z</dcterms:created>
  <dcterms:modified xsi:type="dcterms:W3CDTF">2026-04-27T14:41:37Z</dcterms:modified>
</cp:coreProperties>
</file>