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move through source, confidence, and accuracy review tables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 factor: 3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 Result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depth, document depth, and dashboard depth were varied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setting uses richer artifacts with security pack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2026-04-27T14:41:37Z</dcterms:created>
  <dcterms:modified xsi:type="dcterms:W3CDTF">2026-04-27T14:41:37Z</dcterms:modified>
</cp:coreProperties>
</file>