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multi-agent systems fail through bad verification and poor inter-agent communication.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Notes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depth: 5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depth: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