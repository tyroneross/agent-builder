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T_BUILDER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55080"/>
            <a:ext cx="112014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28232"/>
            <a:ext cx="4389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Agent Builder local artifact run</a:t>
            </a:r>
            <a:endParaRPr lang="en-US" sz="7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914400"/>
            <a:ext cx="109728" cy="44348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932688"/>
            <a:ext cx="9966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9FA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Researched Agent Patterns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87552" y="2450592"/>
            <a:ext cx="8686800" cy="1463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Source-backed claims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Accuracy labels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Actionable design implications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87552" y="5138928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 constrained | local models | real files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Verified Claims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Narrow tool surfaces reduce local-model failure risk.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Persistent lessons should require evaluation before promotion.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658368" y="29809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944368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 multi-agent systems fail through bad verification and poor inter-agent communication.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Inferred Claims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handoffs should include task goal, available context, constraints, expected output, and stop conditions.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decks should be generated from a claim table, not from prose alone.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Needs Review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handoffs should include task goal, available context, constraints, expected output, and stop conditions.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decks should be generated from a claim table, not from prose alone.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Chief of Staff Implication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Delegate research and deck production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claim tables as the source of truth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658368" y="29809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944368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Promote lessons through eval gates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Notes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calls skipped for deterministic test run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Next Experiment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depth: 5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QA depth: 6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Agent Builder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Researched Agent Patterns</dc:title>
  <dc:subject>Researched Agent Patterns</dc:subject>
  <dc:creator>Agent Builder</dc:creator>
  <cp:lastModifiedBy>Agent Builder</cp:lastModifiedBy>
  <cp:revision>1</cp:revision>
  <dcterms:created xsi:type="dcterms:W3CDTF">2026-04-27T14:41:38Z</dcterms:created>
  <dcterms:modified xsi:type="dcterms:W3CDTF">2026-04-27T14:41:38Z</dcterms:modified>
</cp:coreProperties>
</file>