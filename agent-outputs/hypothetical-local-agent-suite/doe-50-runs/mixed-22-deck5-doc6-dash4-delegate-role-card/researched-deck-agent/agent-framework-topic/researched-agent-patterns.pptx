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Researched Agent Patterns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Source-backed claims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 labels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design implications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Narrow tool surfaces reduce local-model failure risk.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Persistent lessons should require evaluation before promotion.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Inferred Claims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Needs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handoffs should include task goal, available context, constraints, expected output, and stop conditions.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decks should be generated from a claim table, not from prose alone.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Chief of Staff Implication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Delegate research and deck production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claim tables as the source of truth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Promote lessons through eval gates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Researched Agent Patterns</dc:title>
  <dc:subject>Researched Agent Patterns</dc:subject>
  <dc:creator>Agent Builder</dc:creator>
  <cp:lastModifiedBy>Agent Builder</cp:lastModifiedBy>
  <cp:revision>1</cp:revision>
  <dcterms:created xsi:type="dcterms:W3CDTF">2026-04-27T14:41:40Z</dcterms:created>
  <dcterms:modified xsi:type="dcterms:W3CDTF">2026-04-27T14:41:40Z</dcterms:modified>
</cp:coreProperties>
</file>