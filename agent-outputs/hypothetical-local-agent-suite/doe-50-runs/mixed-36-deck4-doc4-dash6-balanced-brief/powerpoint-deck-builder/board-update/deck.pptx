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Agent Builder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output run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Repo-constrained artifacts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downloads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Changed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emit docx, pptx, xlsx, html, json, and markdown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Artifacts are validated for macros and external relationships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Domain Learning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results feed a learning ledger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lessons require rollback rules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Boundary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Writes stay under agent-outputs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executable outputs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external package downloads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Agent Builder Board Update</dc:title>
  <dc:subject>Local Agent Builder Board Update</dc:subject>
  <dc:creator>Agent Builder</dc:creator>
  <cp:lastModifiedBy>Agent Builder</cp:lastModifiedBy>
  <cp:revision>1</cp:revision>
  <dcterms:created xsi:type="dcterms:W3CDTF">2026-04-27T14:41:42Z</dcterms:created>
  <dcterms:modified xsi:type="dcterms:W3CDTF">2026-04-27T14:41:42Z</dcterms:modified>
</cp:coreProperties>
</file>