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lessons should require evaluation before promotion.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multi-agent systems fail through bad verification and poor inter-agent communication.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models should use shorter loops and stronger termination criteria than frontier cloud models.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models should use shorter loops and stronger termination criteria than frontier cloud models.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Chief of Staff Implication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research and deck production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claim tables as the source of truth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lessons through eval gates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Notes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2026-04-27T14:41:36Z</dcterms:created>
  <dcterms:modified xsi:type="dcterms:W3CDTF">2026-04-27T14:41:36Z</dcterms:modified>
</cp:coreProperties>
</file>