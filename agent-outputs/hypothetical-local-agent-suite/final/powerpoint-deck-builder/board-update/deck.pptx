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T_BUILD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55080"/>
            <a:ext cx="112014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28232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Agent Builder local artifact run</a:t>
            </a:r>
            <a:endParaRPr lang="en-US" sz="7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14400"/>
            <a:ext cx="109728" cy="4434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932688"/>
            <a:ext cx="9966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Agent Builder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87552" y="2450592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output run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Repo-constrained artifacts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downloads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87552" y="513892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constrained | local models | real files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6692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48132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5568" y="144475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emit docx, pptx, xlsx, html, json, and markdown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58368" y="223113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6A3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2194560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Artifacts are validated for macros and external relationships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9006840" y="5074920"/>
            <a:ext cx="2331720" cy="493776"/>
          </a:xfrm>
          <a:prstGeom prst="rect">
            <a:avLst/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17152" y="523036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6692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Domain Learning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48132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5568" y="144475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results feed a learning ledger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58368" y="223113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6A3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2194560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lessons require rollback rules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9006840" y="5074920"/>
            <a:ext cx="2331720" cy="493776"/>
          </a:xfrm>
          <a:prstGeom prst="rect">
            <a:avLst/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17152" y="523036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6692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Security Boundary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48132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5568" y="144475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Writes stay under agent-outputs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58368" y="223113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6A3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2194560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executable outputs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658368" y="29809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2944368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external package downloads</a:t>
            </a:r>
            <a:endParaRPr lang="en-US" sz="1620" dirty="0"/>
          </a:p>
        </p:txBody>
      </p:sp>
      <p:sp>
        <p:nvSpPr>
          <p:cNvPr id="10" name="Shape 8"/>
          <p:cNvSpPr/>
          <p:nvPr/>
        </p:nvSpPr>
        <p:spPr>
          <a:xfrm>
            <a:off x="9006840" y="5074920"/>
            <a:ext cx="2331720" cy="493776"/>
          </a:xfrm>
          <a:prstGeom prst="rect">
            <a:avLst/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17152" y="523036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6692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Experiment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48132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5568" y="144475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calls skipped for deterministic test run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9006840" y="5074920"/>
            <a:ext cx="2331720" cy="493776"/>
          </a:xfrm>
          <a:prstGeom prst="rect">
            <a:avLst/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17152" y="523036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6692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Accuracy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48132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5568" y="144475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Claims move through source, confidence, and accuracy review tables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58368" y="223113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6A3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2194560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depth factor: default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9006840" y="5074920"/>
            <a:ext cx="2331720" cy="493776"/>
          </a:xfrm>
          <a:prstGeom prst="rect">
            <a:avLst/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17152" y="523036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6692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DOE Result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48132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5568" y="1444752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depth, document depth, and dashboard depth were varied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58368" y="223113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6A3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2194560"/>
            <a:ext cx="9829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dirty="0">
                <a:solidFill>
                  <a:srgbClr val="37415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setting uses richer artifacts with security pack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9006840" y="5074920"/>
            <a:ext cx="2331720" cy="493776"/>
          </a:xfrm>
          <a:prstGeom prst="rect">
            <a:avLst/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17152" y="523036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06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Agent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 Agent Builder Board Update</dc:title>
  <dc:subject>Local Agent Builder Board Update</dc:subject>
  <dc:creator>Agent Builder</dc:creator>
  <cp:lastModifiedBy>Agent Builder</cp:lastModifiedBy>
  <cp:revision>1</cp:revision>
  <dcterms:created xsi:type="dcterms:W3CDTF">2026-04-27T14:41:35Z</dcterms:created>
  <dcterms:modified xsi:type="dcterms:W3CDTF">2026-04-27T14:41:35Z</dcterms:modified>
</cp:coreProperties>
</file>